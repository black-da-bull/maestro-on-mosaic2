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USTF System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Visual Summary and Studio Implementation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Studio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Music Director</a:t>
            </a:r>
          </a:p>
          <a:p>
            <a:r>
              <a:t>- Vocal Director</a:t>
            </a:r>
          </a:p>
          <a:p>
            <a:r>
              <a:t>- Producer</a:t>
            </a:r>
          </a:p>
          <a:p>
            <a:r>
              <a:t>- Arranger</a:t>
            </a:r>
          </a:p>
          <a:p>
            <a:r>
              <a:t>- A&amp;R</a:t>
            </a:r>
          </a:p>
          <a:p>
            <a:r>
              <a:t>- Mix/Master Engineer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 Logic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Theory Round-Robin</a:t>
            </a:r>
          </a:p>
          <a:p>
            <a:r>
              <a:t>- Arrangement Consistency Check</a:t>
            </a:r>
          </a:p>
          <a:p>
            <a:r>
              <a:t>- Redundancy Guards</a:t>
            </a:r>
          </a:p>
          <a:p>
            <a:r>
              <a:t>- Mix &amp; Master Review</a:t>
            </a:r>
          </a:p>
          <a:p>
            <a:r>
              <a:t>- USTF Auto-Repair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Template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Theory</a:t>
            </a:r>
          </a:p>
          <a:p>
            <a:r>
              <a:t>- Voice</a:t>
            </a:r>
          </a:p>
          <a:p>
            <a:r>
              <a:t>- RoadMap</a:t>
            </a:r>
          </a:p>
          <a:p>
            <a:r>
              <a:t>- Section Blocks</a:t>
            </a:r>
          </a:p>
          <a:p>
            <a:r>
              <a:t>- Style</a:t>
            </a:r>
          </a:p>
          <a:p>
            <a:r>
              <a:t>- Timbre</a:t>
            </a:r>
          </a:p>
          <a:p>
            <a:r>
              <a:t>- Performance</a:t>
            </a:r>
          </a:p>
          <a:p>
            <a:r>
              <a:t>- PostProduction</a:t>
            </a:r>
          </a:p>
          <a:p>
            <a:r>
              <a:t>- AdvancedMixControl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